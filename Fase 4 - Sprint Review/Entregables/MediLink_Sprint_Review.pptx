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6459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SPRINT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Salud Digital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Goal: MVP · Disponibilidad médica · Validación aseguradora · Reserva de citas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81381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Boliviana  ·  ISW-112 — Metodologías Ágiles para el Desarrollo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CASO: MediLink 2.0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negocio: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en 30% las reservas médicas e integrar laboratorios externos.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existe presupuesto para un MVP.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laboratorio es inestable.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debe demostrar valor rápidamente.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funcionalidades entrarán al Sprint.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PRIORIDADES DEL PRODUCT OWNER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822960" cy="23774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08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Reserva de citas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039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Disponibilidad de médicos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295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Validación de aseguradora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42616"/>
            <a:ext cx="822960" cy="23774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426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Notificaciones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172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Historial médico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822960" cy="23774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520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3794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Resultados de laboratorio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050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Pagos online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&amp; Story Mapping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SPRINT GOAL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"Entregar un MVP que permita buscar disponibilidad médica, validar la aseguradora y reservar citas de manera exitosa."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7373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148840"/>
            <a:ext cx="21031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43891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1737360" cy="210312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2606040"/>
            <a:ext cx="2103120" cy="59436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Disponibilidad Médica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2606040"/>
            <a:ext cx="4389120" cy="594360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606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HU-01: Como paciente quiero consultar disponibilidad de médicos para seleccionar un horario adecuado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3291840"/>
            <a:ext cx="2103120" cy="59436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32918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Aseguradora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4389120" cy="594360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2918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 (HU-07): Como paciente quiero validar mi aseguradora para confirmar cobertura antes de reservar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94560" y="3977640"/>
            <a:ext cx="2103120" cy="59436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3977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Citas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3977640"/>
            <a:ext cx="4389120" cy="594360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977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 (HU-02): Como paciente quiero reservar una cita médica para asegurar atención en fecha y hora específica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  ·  Sprint 1  ·  Gestión de Disponibilidad Médica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Closed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Disponibilidad Médica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72768"/>
            <a:ext cx="64008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72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paciente quiero consultar la disponibilidad de médicos para seleccionar un horario adecuado.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3474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CRITERIOS DE ACEPTACIÓN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43200"/>
            <a:ext cx="33649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existen médicos registrados, cuando el paciente consulte disponibilidad, entonces se mostrarán solo horarios libres.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horarios ocupados no deben aparecer como disponibles.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debe permitir filtrar por especialidad.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mostrada debe estar actualizada.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331720"/>
            <a:ext cx="2194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50792" y="2743200"/>
            <a:ext cx="20848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médicos.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agenda médica.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TAREAS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743200"/>
            <a:ext cx="24505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modelo de disponibilidad.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consulta de horarios.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filtro por especialidad.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funcionales.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  ·  Sprint 1  ·  Validación de Aseguradora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Closed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Aseguradora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72768"/>
            <a:ext cx="64008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72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paciente quiero validar mi aseguradora para confirmar mi cobertura antes de reservar una cita.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3474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CRITERIOS DE ACEPTACIÓN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43200"/>
            <a:ext cx="33649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ingresar número de afiliación.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verifica si la aseguradora es válida.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el estado: Activa, Inactiva o No encontrada.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debe mostrarse antes de confirmar la reserva.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331720"/>
            <a:ext cx="2194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50792" y="2743200"/>
            <a:ext cx="20848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aseguradoras.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validación de afiliados.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TAREAS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743200"/>
            <a:ext cx="24505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entidad Aseguradora.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validación de afiliación.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resultado de validación.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  ·  Sprint 1  ·  Reserva de Citas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Closed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Citas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72768"/>
            <a:ext cx="64008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72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paciente quiero reservar una cita médica para asegurar atención en una fecha y hora específica.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3474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CRITERIOS DE ACEPTACIÓN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43200"/>
            <a:ext cx="33649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puede seleccionar médico y horario disponible.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impide reservar horarios ocupados.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cita queda registrada correctamente.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 identificador único de reserva.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mensaje de confirmación.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331720"/>
            <a:ext cx="2194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50792" y="2743200"/>
            <a:ext cx="20848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 Disponibilidad médica.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 Validación de aseguradora.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TAREAS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743200"/>
            <a:ext cx="24505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entidad Cita.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proceso de reserva.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conflictos de horario.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cita en sistema.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funcionales.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Sprint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entrega  ·  Sprint 1  ·  3 Closed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1828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65960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 Completadas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6596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Entregados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05840"/>
            <a:ext cx="1965960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1228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Sprint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DIARIO DEL SPRINT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160934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34640"/>
            <a:ext cx="1609344" cy="3200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34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200400"/>
            <a:ext cx="1609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disponibilidad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agenda médica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66544" y="2834640"/>
            <a:ext cx="160934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66544" y="2834640"/>
            <a:ext cx="1609344" cy="3200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2834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66544" y="3200400"/>
            <a:ext cx="1609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67328" y="2834640"/>
            <a:ext cx="160934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67328" y="2834640"/>
            <a:ext cx="1609344" cy="3200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2834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67328" y="3200400"/>
            <a:ext cx="1609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citas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conflictos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68112" y="2834640"/>
            <a:ext cx="160934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68112" y="2834640"/>
            <a:ext cx="1609344" cy="3200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834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68112" y="3200400"/>
            <a:ext cx="1609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pruebas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68896" y="2834640"/>
            <a:ext cx="160934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68896" y="2834640"/>
            <a:ext cx="1609344" cy="3200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8896" y="2834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68896" y="3200400"/>
            <a:ext cx="1609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Excluidas del Sprint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  ·  Backlog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siguientes HUs quedaron fuera del Sprint porque no cumplen las restricciones del MVP, dependen de funcionalidades no estables (API laboratorio) o no son críticas para demostrar valor inmediato.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47472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822960" cy="228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crítica para el MVP. Depende de HU-06 y HU-02 (ambas con cadena de dependencias). Sin notificaciones el flujo de reserva es funcional.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H.V.4 depende de H.V.6 y H.V.2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54480"/>
            <a:ext cx="4114800" cy="347472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54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Médico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1600200"/>
            <a:ext cx="822960" cy="228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93852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HU-07 (no incluida). No aporta valor directo al MVP de reserva. Puede entrar en un sprint posterior.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H.V.5 depende de H.V.7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46120"/>
            <a:ext cx="4114800" cy="347472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46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Laboratorio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291840"/>
            <a:ext cx="822960" cy="228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291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63016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laboratorio es inestable (restricción explícita del PO). Incluirla arriesga la entrega del Sprint completo.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H.V.6 depende de H.V.2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246120"/>
            <a:ext cx="4114800" cy="347472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246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HU-07 (fuera)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Online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0" y="3291840"/>
            <a:ext cx="822960" cy="228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291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63016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 del MVP. No hay presupuesto para integración de pagos en esta versión. El PO lo definió como prioridad baja.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bloqueantes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entre Historias de Usuario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7947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HU-02 (HU-07) Validación Aseguradora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HU-01 Disponibilidad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para HU-03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HU-06 Depend. de H.V.2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HU-02 Validación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inestable — excluida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HU-04 Notificaciones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HU-06 y HU-02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incompleta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HU-05 Historial Médico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Dep. no resuelta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HU-03 Reserva de Citas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HU-01 + HU-02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del Sprint — ambas incluidas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2.0  ·  Sprint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Boliviana  ·  ISW-112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MediLink 2.0 — Sprint Review</dc:title>
  <dc:subject>PptxGenJS Presentation</dc:subject>
  <dc:creator>PptxGenJS</dc:creator>
  <cp:lastModifiedBy>PptxGenJS</cp:lastModifiedBy>
  <cp:revision>1</cp:revision>
  <dcterms:created xsi:type="dcterms:W3CDTF">2026-06-08T18:48:58Z</dcterms:created>
  <dcterms:modified xsi:type="dcterms:W3CDTF">2026-06-08T18:48:58Z</dcterms:modified>
</cp:coreProperties>
</file>